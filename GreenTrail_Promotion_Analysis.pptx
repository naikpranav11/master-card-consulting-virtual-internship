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Promotion Analysis and Strategic Recommendations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For GreenTrail Outdoors - Mastercard Advisors Task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Objectives: Analyze promotion test results to optimize ROI and engagement.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Top Findings: Special Events and Discounts outperform Buy-One-Get-One.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Recommendations: Focus on eco-conscious events, targeted discounts, and loyalty programs.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We Tested: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Effectiveness of Special Events, Discounts, and Buy-One-Get-One offers across store types.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It Matters: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Driving sales and retention while adhering to sustainability values.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We Measured Success: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Metrics: Sales lift, daily visits, and post-promotion retention.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Analogy: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Think of promotions as seeds in a garden; some thrive and grow (Special Events), while others require replanting or better soil (Buy-One-Get-One).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 Events: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Achieved 38.2% sales lift and 9.94% retention.</a:t>
            </a:r>
          </a:p>
          <a:p>
            <a:pPr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Discounts: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Strong impact with 36.84% sales lift but moderate retention.</a:t>
            </a:r>
          </a:p>
          <a:p>
            <a:pPr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Buy-One-Get-One: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Sales lift of 30.44% but negative retention.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Areas: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Eco-Conscious Special Events: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Aligns with sustainability ethos.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Proven high ROI and customer retention.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Targeted Discounts: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 sustainable product lines.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 engagement in urban stores.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Post-Promotion Strategies: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loyalty programs to maintain momentum.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Refinement of Buy-One-Get-One Offers: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 structure to include sustainable product incentives.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Empathy Focus: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Addressing stakeholder concerns about ROI and alignment with company values.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Actions: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eco-conscious events and targeted discounts.</a:t>
            </a:r>
          </a:p>
          <a:p>
            <a:pPr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data on external factors like weather and local events to refine strategies.</a:t>
            </a:r>
          </a:p>
          <a:p>
            <a:pPr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refined promotions over a 4-week period for optimal results.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282</Words>
  <Application>Microsoft Office PowerPoint</Application>
  <PresentationFormat>On-screen Show (4:3)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Office Theme</vt:lpstr>
      <vt:lpstr>Promotion Analysis and Strategic Recommendations</vt:lpstr>
      <vt:lpstr>Executive Summary</vt:lpstr>
      <vt:lpstr>Test Objectives</vt:lpstr>
      <vt:lpstr>Key Findings</vt:lpstr>
      <vt:lpstr>Recommendations</vt:lpstr>
      <vt:lpstr>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Pranav Naik</cp:lastModifiedBy>
  <cp:revision>2</cp:revision>
  <dcterms:created xsi:type="dcterms:W3CDTF">2013-01-27T09:14:16Z</dcterms:created>
  <dcterms:modified xsi:type="dcterms:W3CDTF">2024-12-27T12:53:06Z</dcterms:modified>
  <cp:category/>
</cp:coreProperties>
</file>